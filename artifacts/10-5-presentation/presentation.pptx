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263c4f11214548" /><Relationship Type="http://schemas.openxmlformats.org/officeDocument/2006/relationships/extended-properties" Target="/docProps/app.xml" Id="R58234278c447433f" /><Relationship Type="http://schemas.openxmlformats.org/officeDocument/2006/relationships/officeDocument" Target="/ppt/presentation.xml" Id="Ree658ecd47a8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edef17b3e4740"/>
  </p:sldMasterIdLst>
  <p:notesMasterIdLst>
    <p:notesMasterId xmlns:r="http://schemas.openxmlformats.org/officeDocument/2006/relationships" r:id="R2992332a4e564c57"/>
  </p:notesMasterIdLst>
  <p:sldIdLst>
    <p:sldId xmlns:r="http://schemas.openxmlformats.org/officeDocument/2006/relationships" id="256" r:id="R0f015925d0324b8d"/>
    <p:sldId xmlns:r="http://schemas.openxmlformats.org/officeDocument/2006/relationships" id="257" r:id="R43f101a21a7e495d"/>
    <p:sldId xmlns:r="http://schemas.openxmlformats.org/officeDocument/2006/relationships" id="258" r:id="R4c1491ede50542df"/>
    <p:sldId xmlns:r="http://schemas.openxmlformats.org/officeDocument/2006/relationships" id="259" r:id="R53cde92597b84883"/>
    <p:sldId xmlns:r="http://schemas.openxmlformats.org/officeDocument/2006/relationships" id="260" r:id="R55efe52038bd4f4c"/>
    <p:sldId xmlns:r="http://schemas.openxmlformats.org/officeDocument/2006/relationships" id="261" r:id="R82e8921d5edf4e43"/>
    <p:sldId xmlns:r="http://schemas.openxmlformats.org/officeDocument/2006/relationships" id="262" r:id="R24cc6dc4edb54a6a"/>
    <p:sldId xmlns:r="http://schemas.openxmlformats.org/officeDocument/2006/relationships" id="263" r:id="Re7c0760330494768"/>
    <p:sldId xmlns:r="http://schemas.openxmlformats.org/officeDocument/2006/relationships" id="264" r:id="R8ec83486cb5b417a"/>
    <p:sldId xmlns:r="http://schemas.openxmlformats.org/officeDocument/2006/relationships" id="265" r:id="R8ab9f7e0b93d4278"/>
    <p:sldId xmlns:r="http://schemas.openxmlformats.org/officeDocument/2006/relationships" id="266" r:id="R5ed33bb645c54103"/>
    <p:sldId xmlns:r="http://schemas.openxmlformats.org/officeDocument/2006/relationships" id="267" r:id="Rb2b73f899235477b"/>
    <p:sldId xmlns:r="http://schemas.openxmlformats.org/officeDocument/2006/relationships" id="268" r:id="Ra9d722126bc2498b"/>
    <p:sldId xmlns:r="http://schemas.openxmlformats.org/officeDocument/2006/relationships" id="269" r:id="R8fe3070226b247ba"/>
    <p:sldId xmlns:r="http://schemas.openxmlformats.org/officeDocument/2006/relationships" id="270" r:id="Ra90ff9ce37344377"/>
    <p:sldId xmlns:r="http://schemas.openxmlformats.org/officeDocument/2006/relationships" id="271" r:id="Rf61a7f18f0324c77"/>
    <p:sldId xmlns:r="http://schemas.openxmlformats.org/officeDocument/2006/relationships" id="272" r:id="R42ebd62e3d7a4a75"/>
    <p:sldId xmlns:r="http://schemas.openxmlformats.org/officeDocument/2006/relationships" id="273" r:id="Rc40cb3bea8cb47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14e04fb854e8d" /><Relationship Type="http://schemas.openxmlformats.org/officeDocument/2006/relationships/slideMaster" Target="/ppt/slideMasters/slideMaster1.xml" Id="R9efedef17b3e4740" /><Relationship Type="http://schemas.openxmlformats.org/officeDocument/2006/relationships/notesMaster" Target="/ppt/notesMasters/notesMaster1.xml" Id="R2992332a4e564c57" /><Relationship Type="http://schemas.openxmlformats.org/officeDocument/2006/relationships/presProps" Target="/ppt/presProps.xml" Id="Rf38dc24e7f14459b" /><Relationship Type="http://schemas.openxmlformats.org/officeDocument/2006/relationships/tableStyles" Target="/ppt/tableStyles.xml" Id="R2eac22a1e9ac4e20" /><Relationship Type="http://schemas.openxmlformats.org/officeDocument/2006/relationships/slide" Target="/ppt/slides/slide1.xml" Id="R0f015925d0324b8d" /><Relationship Type="http://schemas.openxmlformats.org/officeDocument/2006/relationships/slide" Target="/ppt/slides/slide2.xml" Id="R43f101a21a7e495d" /><Relationship Type="http://schemas.openxmlformats.org/officeDocument/2006/relationships/slide" Target="/ppt/slides/slide3.xml" Id="R4c1491ede50542df" /><Relationship Type="http://schemas.openxmlformats.org/officeDocument/2006/relationships/slide" Target="/ppt/slides/slide4.xml" Id="R53cde92597b84883" /><Relationship Type="http://schemas.openxmlformats.org/officeDocument/2006/relationships/slide" Target="/ppt/slides/slide5.xml" Id="R55efe52038bd4f4c" /><Relationship Type="http://schemas.openxmlformats.org/officeDocument/2006/relationships/slide" Target="/ppt/slides/slide6.xml" Id="R82e8921d5edf4e43" /><Relationship Type="http://schemas.openxmlformats.org/officeDocument/2006/relationships/slide" Target="/ppt/slides/slide7.xml" Id="R24cc6dc4edb54a6a" /><Relationship Type="http://schemas.openxmlformats.org/officeDocument/2006/relationships/slide" Target="/ppt/slides/slide8.xml" Id="Re7c0760330494768" /><Relationship Type="http://schemas.openxmlformats.org/officeDocument/2006/relationships/slide" Target="/ppt/slides/slide9.xml" Id="R8ec83486cb5b417a" /><Relationship Type="http://schemas.openxmlformats.org/officeDocument/2006/relationships/slide" Target="/ppt/slides/slide10.xml" Id="R8ab9f7e0b93d4278" /><Relationship Type="http://schemas.openxmlformats.org/officeDocument/2006/relationships/slide" Target="/ppt/slides/slide11.xml" Id="R5ed33bb645c54103" /><Relationship Type="http://schemas.openxmlformats.org/officeDocument/2006/relationships/slide" Target="/ppt/slides/slide12.xml" Id="Rb2b73f899235477b" /><Relationship Type="http://schemas.openxmlformats.org/officeDocument/2006/relationships/slide" Target="/ppt/slides/slide13.xml" Id="Ra9d722126bc2498b" /><Relationship Type="http://schemas.openxmlformats.org/officeDocument/2006/relationships/slide" Target="/ppt/slides/slide14.xml" Id="R8fe3070226b247ba" /><Relationship Type="http://schemas.openxmlformats.org/officeDocument/2006/relationships/slide" Target="/ppt/slides/slide15.xml" Id="Ra90ff9ce37344377" /><Relationship Type="http://schemas.openxmlformats.org/officeDocument/2006/relationships/slide" Target="/ppt/slides/slide16.xml" Id="Rf61a7f18f0324c77" /><Relationship Type="http://schemas.openxmlformats.org/officeDocument/2006/relationships/slide" Target="/ppt/slides/slide17.xml" Id="R42ebd62e3d7a4a75" /><Relationship Type="http://schemas.openxmlformats.org/officeDocument/2006/relationships/slide" Target="/ppt/slides/slide18.xml" Id="Rc40cb3bea8cb47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ee63336ba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ddc77da95449ed" /><Relationship Type="http://schemas.openxmlformats.org/officeDocument/2006/relationships/notesMaster" Target="/ppt/notesMasters/notesMaster1.xml" Id="R934a6b2ce59e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c157ec4cd4468e" /><Relationship Type="http://schemas.openxmlformats.org/officeDocument/2006/relationships/notesMaster" Target="/ppt/notesMasters/notesMaster1.xml" Id="R37a118211bd64b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f750b3d644c88" /><Relationship Type="http://schemas.openxmlformats.org/officeDocument/2006/relationships/notesMaster" Target="/ppt/notesMasters/notesMaster1.xml" Id="Rfdeff76da31b41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cfcdb8ee194538" /><Relationship Type="http://schemas.openxmlformats.org/officeDocument/2006/relationships/notesMaster" Target="/ppt/notesMasters/notesMaster1.xml" Id="R1415e80d5c8642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c56347265a428c" /><Relationship Type="http://schemas.openxmlformats.org/officeDocument/2006/relationships/notesMaster" Target="/ppt/notesMasters/notesMaster1.xml" Id="R7f1c21721df742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4e733cf2144fc5" /><Relationship Type="http://schemas.openxmlformats.org/officeDocument/2006/relationships/notesMaster" Target="/ppt/notesMasters/notesMaster1.xml" Id="Rdbb4a7f92df4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59f99d33844986" /><Relationship Type="http://schemas.openxmlformats.org/officeDocument/2006/relationships/notesMaster" Target="/ppt/notesMasters/notesMaster1.xml" Id="R6cf6fa1dedf045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0479da4c84c12" /><Relationship Type="http://schemas.openxmlformats.org/officeDocument/2006/relationships/notesMaster" Target="/ppt/notesMasters/notesMaster1.xml" Id="Ra9a5305ec4044b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2c05233ff44ec2" /><Relationship Type="http://schemas.openxmlformats.org/officeDocument/2006/relationships/notesMaster" Target="/ppt/notesMasters/notesMaster1.xml" Id="R0f87e77185e64f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1bfb17eba947d1" /><Relationship Type="http://schemas.openxmlformats.org/officeDocument/2006/relationships/notesMaster" Target="/ppt/notesMasters/notesMaster1.xml" Id="R431ad792358b4a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c9306e39924b6c" /><Relationship Type="http://schemas.openxmlformats.org/officeDocument/2006/relationships/notesMaster" Target="/ppt/notesMasters/notesMaster1.xml" Id="R703e791c56c440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c4d39ef6241c7" /><Relationship Type="http://schemas.openxmlformats.org/officeDocument/2006/relationships/notesMaster" Target="/ppt/notesMasters/notesMaster1.xml" Id="Re060a887a5f846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f3cc56f90840c7" /><Relationship Type="http://schemas.openxmlformats.org/officeDocument/2006/relationships/notesMaster" Target="/ppt/notesMasters/notesMaster1.xml" Id="R49c989eca89c45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81839282b34ca1" /><Relationship Type="http://schemas.openxmlformats.org/officeDocument/2006/relationships/notesMaster" Target="/ppt/notesMasters/notesMaster1.xml" Id="Ra332cda2b9e94b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30e66111ea4f68" /><Relationship Type="http://schemas.openxmlformats.org/officeDocument/2006/relationships/notesMaster" Target="/ppt/notesMasters/notesMaster1.xml" Id="R42db475401ab48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2fdf4057574a65" /><Relationship Type="http://schemas.openxmlformats.org/officeDocument/2006/relationships/notesMaster" Target="/ppt/notesMasters/notesMaster1.xml" Id="Rd3db3484e06142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38a1253a064236" /><Relationship Type="http://schemas.openxmlformats.org/officeDocument/2006/relationships/notesMaster" Target="/ppt/notesMasters/notesMaster1.xml" Id="R4d34dbcdeaaf49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791336c1184739" /><Relationship Type="http://schemas.openxmlformats.org/officeDocument/2006/relationships/notesMaster" Target="/ppt/notesMasters/notesMaster1.xml" Id="R8d31667faa21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0,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SGM means Spectral Graph Model. The reproduction uses supplied fitted parameters. A verified cohort MLP experiment has not been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1,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Equations describe the repository local-alpha function. They are algebraically equivalent to the displayed source excerpts. Degree scaling uses inverse square root of rowdegree times coldegree plus machine epsilon, with low-degree nodes masked to zero scaling. The code sorts by absolute eigenvalue and skips zero-indexed mode 0. The wrapper run_local_coupling_forward sweeps angular frequency 2*pi*f.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1, overlay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Equations describe the repository local-alpha function. They are algebraically equivalent to the displayed source excerpts. Degree scaling uses inverse square root of rowdegree times coldegree plus machine epsilon, with low-degree nodes masked to zero scaling. The code sorts by absolute eigenvalue and skips zero-indexed mode 0. The wrapper run_local_coupling_forward sweeps angular frequency 2*pi*f.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1, overlay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Equations describe the repository local-alpha function. They are algebraically equivalent to the displayed source excerpts. Degree scaling uses inverse square root of rowdegree times coldegree plus machine epsilon, with low-degree nodes masked to zero scaling. The code sorts by absolute eigenvalue and skips zero-indexed mode 0. The wrapper run_local_coupling_forward sweeps angular frequency 2*pi*f.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1, overlay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Equations describe the repository local-alpha function. They are algebraically equivalent to the displayed source excerpts. Degree scaling uses inverse square root of rowdegree times coldegree plus machine epsilon, with low-degree nodes masked to zero scaling. The code sorts by absolute eigenvalue and skips zero-indexed mode 0. The wrapper run_local_coupling_forward sweeps angular frequency 2*pi*f.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2,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Paper https://pmc.ncbi.nlm.nih.gov/articles/PMC7336150/ Figures 3 and 4c are corresponding analyses. The 36/36 check compares replayed cohort scores with individualC_optP.mat within 1e-9. The figure shows retained record 1 from the current historical cohort replay, selected previously as the lower median correlation. A single-record forward rerun verified the displayed data against figures/historical_spectra.npz. It uses individual connectivity at historical compacted index 0 and the corresponding retained MEG and fitted parameters. The plotting operations follow reproduce_MEG_spectra.ipynb: magnitude smoothing and dB conversion, all 68 regions, and red/black mean curves. No extra normalization. Full source hashes and checks are in figures/replay-spectrum-provenance.json.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2, overlay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Paper https://pmc.ncbi.nlm.nih.gov/articles/PMC7336150/ Figures 3 and 4c are corresponding analyses. The 36/36 check compares replayed cohort scores with individualC_optP.mat within 1e-9. The figure shows retained record 1 from the current historical cohort replay, selected previously as the lower median correlation. A single-record forward rerun verified the displayed data against figures/historical_spectra.npz. It uses individual connectivity at historical compacted index 0 and the corresponding retained MEG and fitted parameters. The plotting operations follow reproduce_MEG_spectra.ipynb: magnitude smoothing and dB conversion, all 68 regions, and red/black mean curves. No extra normalization. Full source hashes and checks are in figures/replay-spectrum-provenance.json.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3,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Empty parameter and MEG indices are 21,22,28, zero-based. The indexing discrepancy does not identify the true order of the unlabeled structural records. Subject mapping, ordered atlas labels and frequency metadata require confirmation before generating a training cache. Reproducing saved scores does not resolve these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3, overlay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Empty parameter and MEG indices are 21,22,28, zero-based. The indexing discrepancy does not identify the true order of the unlabeled structural records. Subject mapping, ordered atlas labels and frequency metadata require confirmation before generating a training cache. Reproducing saved scores does not resolve these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4,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wrapper prepares graph eigenpairs and evaluates the response. Cache reuse requires fixed connectivity, distances, angular frequency, alpha, speed and mode selection. Eigenvector phase is fixed before the phase-sensitive modal sum. The analytical graph filter defaults to Fe_local. Supplying Fe_graph changes only the graph denominator. Checks from the prior build: 14 passed and one failed because a rejection test expected unverified while the raised text was not verified. See figures/test-results.txt. Numerical parity details remain in figures/evidence.json. No model source was changed for this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4, overlay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wrapper prepares graph eigenpairs and evaluates the response. Cache reuse requires fixed connectivity, distances, angular frequency, alpha, speed and mode selection. Eigenvector phase is fixed before the phase-sensitive modal sum. The analytical graph filter defaults to Fe_local. Supplying Fe_graph changes only the graph denominator. Checks from the prior build: 14 passed and one failed because a rejection test expected unverified while the raised text was not verified. See figures/test-results.txt. Numerical parity details remain in figures/evidence.json. No model source was changed for this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4, overlay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wrapper prepares graph eigenpairs and evaluates the response. Cache reuse requires fixed connectivity, distances, angular frequency, alpha, speed and mode selection. Eigenvector phase is fixed before the phase-sensitive modal sum. The analytical graph filter defaults to Fe_local. Supplying Fe_graph changes only the graph denominator. Checks from the prior build: 14 passed and one failed because a rejection test expected unverified while the raised text was not verified. See figures/test-results.txt. Numerical parity details remain in figures/evidence.json. No model source was changed for this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4, overlay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wrapper prepares graph eigenpairs and evaluates the response. Cache reuse requires fixed connectivity, distances, angular frequency, alpha, speed and mode selection. Eigenvector phase is fixed before the phase-sensitive modal sum. The analytical graph filter defaults to Fe_local. Supplying Fe_graph changes only the graph denominator. Checks from the prior build: 14 passed and one failed because a rejection test expected unverified while the raised text was not verified. See figures/test-results.txt. Numerical parity details remain in figures/evidence.json. No model source was changed for this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5,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spectrome/training/filters.py and train.py. FeGraphMLP accepts a tuple of hidden layer widths through hidden_sizes. Each hidden layer uses Tanh and the last layer is linear with two outputs. The complex filter is assembled from these real and imaginary components. generate_training_data saves graph modes and data with provenance; train_filter saves weights selected by validation and split scores. Data mapping remains unresolved and no cohort learning result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5, overlay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spectrome/training/filters.py and train.py. FeGraphMLP accepts a tuple of hidden layer widths through hidden_sizes. Each hidden layer uses Tanh and the last layer is linear with two outputs. The complex filter is assembled from these real and imaginary components. generate_training_data saves graph modes and data with provenance; train_filter saves weights selected by validation and split scores. Data mapping remains unresolved and no cohort learning result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6,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Architecture is 1 to 8 to 2, with 8+8+16+2=34 trainable parameters. Tanh is smooth and bounded internally, while the final linear output is unbounded. Smoothness is a design motivation, not evidence of better fit or a guarantee of causal or stable dynamics. Input scaling is 2*pi*45 rad/s.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7,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spectrome/training/train.py. Each epoch is one full training-cohort Adam update, with only MLP weights trainable and graph modes cached. The loss uses magnitude, five-bin smoothing, square root with a 1e-12 floor and frequency demeaning. Validation selects the checkpoint before test scoring. The real cohort run still requires verified subject and region mappings.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Logical frame 8, overlay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tests a learned shared graph filter conditional on fixed, previously MEG-fitted SGM parameters. It does not establish prediction from structural data alone on unseen subjects. Activation or width comparisons are proposed follow-ups with matched data splits, seeds and training budget. Spatial alpha/beta evaluation remains to be agreed.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visible slide is a rendered Beamer page. Edit src/main.tex and rebuild to change its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Raj et al. (2020), https://pmc.ncbi.nlm.nih.gov/articles/PMC7336150/; local source hashes and fresh replay results in figures/evidence.json.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e729026f34a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9d9c98d9b74790" /><Relationship Type="http://schemas.openxmlformats.org/officeDocument/2006/relationships/slideLayout" Target="/ppt/slideLayouts/slideLayout1.xml" Id="Rd0dc57a0dea645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dc57a0dea645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9a045c0034a56" /><Relationship Type="http://schemas.openxmlformats.org/officeDocument/2006/relationships/image" Target="/ppt/media/image.png" Id="R96c5c481d0534052" /><Relationship Type="http://schemas.openxmlformats.org/officeDocument/2006/relationships/notesSlide" Target="/ppt/notesSlides/notesSlide1.xml" Id="R8fc47c0c344f45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f34315f234763" /><Relationship Type="http://schemas.openxmlformats.org/officeDocument/2006/relationships/image" Target="/ppt/media/image2.png" Id="R2cdd47c038d64435" /><Relationship Type="http://schemas.openxmlformats.org/officeDocument/2006/relationships/notesSlide" Target="/ppt/notesSlides/notesSlide2.xml" Id="R64f1b2b2496349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717ef564f4976" /><Relationship Type="http://schemas.openxmlformats.org/officeDocument/2006/relationships/image" Target="/ppt/media/image3.png" Id="R9c3f0074ca6449c5" /><Relationship Type="http://schemas.openxmlformats.org/officeDocument/2006/relationships/notesSlide" Target="/ppt/notesSlides/notesSlide3.xml" Id="R8e8bfae76a7c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a91b88f3b4288" /><Relationship Type="http://schemas.openxmlformats.org/officeDocument/2006/relationships/image" Target="/ppt/media/image4.png" Id="R0543cca4e1994dc2" /><Relationship Type="http://schemas.openxmlformats.org/officeDocument/2006/relationships/notesSlide" Target="/ppt/notesSlides/notesSlide4.xml" Id="R1b89972a24a546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32478eb114f7d" /><Relationship Type="http://schemas.openxmlformats.org/officeDocument/2006/relationships/image" Target="/ppt/media/image5.png" Id="R0bbb9690d57a4502" /><Relationship Type="http://schemas.openxmlformats.org/officeDocument/2006/relationships/notesSlide" Target="/ppt/notesSlides/notesSlide5.xml" Id="Re91c8dd57b0c4e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1fa0c223746fd" /><Relationship Type="http://schemas.openxmlformats.org/officeDocument/2006/relationships/image" Target="/ppt/media/image6.png" Id="Rbf0eec67d7354d7e" /><Relationship Type="http://schemas.openxmlformats.org/officeDocument/2006/relationships/notesSlide" Target="/ppt/notesSlides/notesSlide6.xml" Id="Ra724baadb99944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6bc8b147f4869" /><Relationship Type="http://schemas.openxmlformats.org/officeDocument/2006/relationships/image" Target="/ppt/media/image7.png" Id="Rcc6f756e975c4106" /><Relationship Type="http://schemas.openxmlformats.org/officeDocument/2006/relationships/notesSlide" Target="/ppt/notesSlides/notesSlide7.xml" Id="R654d0aa34d2247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771b41d2d4de5" /><Relationship Type="http://schemas.openxmlformats.org/officeDocument/2006/relationships/image" Target="/ppt/media/image8.png" Id="R621aba3d36f540e5" /><Relationship Type="http://schemas.openxmlformats.org/officeDocument/2006/relationships/notesSlide" Target="/ppt/notesSlides/notesSlide8.xml" Id="Raeab09a64f8649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227e1b0d245b0" /><Relationship Type="http://schemas.openxmlformats.org/officeDocument/2006/relationships/image" Target="/ppt/media/image9.png" Id="Rd11d84d63a6f4fb4" /><Relationship Type="http://schemas.openxmlformats.org/officeDocument/2006/relationships/notesSlide" Target="/ppt/notesSlides/notesSlide9.xml" Id="R092db61fa11144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5f932f9174dd2" /><Relationship Type="http://schemas.openxmlformats.org/officeDocument/2006/relationships/image" Target="/ppt/media/image10.png" Id="Re4f36f68728a407e" /><Relationship Type="http://schemas.openxmlformats.org/officeDocument/2006/relationships/notesSlide" Target="/ppt/notesSlides/notesSlide10.xml" Id="Rb618617042fe4f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27278cc144676" /><Relationship Type="http://schemas.openxmlformats.org/officeDocument/2006/relationships/image" Target="/ppt/media/image11.png" Id="Rc388dc3095144876" /><Relationship Type="http://schemas.openxmlformats.org/officeDocument/2006/relationships/notesSlide" Target="/ppt/notesSlides/notesSlide11.xml" Id="Rbdf0fc70bbf64c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7521330c74e26" /><Relationship Type="http://schemas.openxmlformats.org/officeDocument/2006/relationships/image" Target="/ppt/media/image12.png" Id="Rd4b31e3eb0dc4e25" /><Relationship Type="http://schemas.openxmlformats.org/officeDocument/2006/relationships/notesSlide" Target="/ppt/notesSlides/notesSlide12.xml" Id="R49d8514f94364a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c9f04d1ff42d9" /><Relationship Type="http://schemas.openxmlformats.org/officeDocument/2006/relationships/image" Target="/ppt/media/image13.png" Id="R067b259e79e14239" /><Relationship Type="http://schemas.openxmlformats.org/officeDocument/2006/relationships/notesSlide" Target="/ppt/notesSlides/notesSlide13.xml" Id="R3150b328e16549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1cc9096a14ec1" /><Relationship Type="http://schemas.openxmlformats.org/officeDocument/2006/relationships/image" Target="/ppt/media/image14.png" Id="Re1e7668539f542e8" /><Relationship Type="http://schemas.openxmlformats.org/officeDocument/2006/relationships/notesSlide" Target="/ppt/notesSlides/notesSlide14.xml" Id="Re8a5da5c43ae46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340a67e504138" /><Relationship Type="http://schemas.openxmlformats.org/officeDocument/2006/relationships/image" Target="/ppt/media/image15.png" Id="Rbf877604f93c4a47" /><Relationship Type="http://schemas.openxmlformats.org/officeDocument/2006/relationships/notesSlide" Target="/ppt/notesSlides/notesSlide15.xml" Id="Rdcc2e6c3600a40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2059872254a7c" /><Relationship Type="http://schemas.openxmlformats.org/officeDocument/2006/relationships/image" Target="/ppt/media/image16.png" Id="R77cdf1d5bf8c4130" /><Relationship Type="http://schemas.openxmlformats.org/officeDocument/2006/relationships/notesSlide" Target="/ppt/notesSlides/notesSlide16.xml" Id="R7871688e2f314b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b0df2d0224f3c" /><Relationship Type="http://schemas.openxmlformats.org/officeDocument/2006/relationships/image" Target="/ppt/media/image17.png" Id="Rc321428638204605" /><Relationship Type="http://schemas.openxmlformats.org/officeDocument/2006/relationships/notesSlide" Target="/ppt/notesSlides/notesSlide17.xml" Id="R87937a103b4b4c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6828b3c8d4be5" /><Relationship Type="http://schemas.openxmlformats.org/officeDocument/2006/relationships/image" Target="/ppt/media/image18.png" Id="Rda8e9c6851cd4b60" /><Relationship Type="http://schemas.openxmlformats.org/officeDocument/2006/relationships/notesSlide" Target="/ppt/notesSlides/notesSlide18.xml" Id="Rab00dce2434248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5c481d0534052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36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d47c038d6443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27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f0074ca6449c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7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3cca4e1994dc2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37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b9690d57a4502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595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eec67d7354d7e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7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f756e975c4106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67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aba3d36f540e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22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d84d63a6f4fb4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9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36f68728a407e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25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8dc3095144876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92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31e3eb0dc4e2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57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b259e79e14239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029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7668539f542e8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641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77604f93c4a47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2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df1d5bf8c4130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013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142863820460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813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e9c6851cd4b60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19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2026-10-05T23:17:08.3580000Z</dcterms:created>
  <dcterms:modified xsi:type="dcterms:W3CDTF">2026-10-05T23:17:08.3580000Z</dcterms:modified>
</coreProperties>
</file>